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1"/>
          <p:cNvSpPr/>
          <p:nvPr/>
        </p:nvSpPr>
        <p:spPr>
          <a:xfrm>
            <a:off x="502920" y="45720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500" dirty="0">
                <a:solidFill>
                  <a:srgbClr val="2C5F7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PHOTOGRAPHY</a:t>
            </a:r>
            <a:endParaRPr lang="en-US" sz="900" dirty="0"/>
          </a:p>
        </p:txBody>
      </p:sp>
      <p:sp>
        <p:nvSpPr>
          <p:cNvPr id="7" name="Text 2"/>
          <p:cNvSpPr/>
          <p:nvPr/>
        </p:nvSpPr>
        <p:spPr>
          <a:xfrm>
            <a:off x="457200" y="91440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细微之处</a:t>
            </a:r>
            <a:endParaRPr lang="en-US" sz="4400" dirty="0"/>
          </a:p>
        </p:txBody>
      </p:sp>
      <p:sp>
        <p:nvSpPr>
          <p:cNvPr id="8" name="Text 3"/>
          <p:cNvSpPr/>
          <p:nvPr/>
        </p:nvSpPr>
        <p:spPr>
          <a:xfrm>
            <a:off x="457200" y="1737360"/>
            <a:ext cx="347472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D4A96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见天地辽阔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502920" y="274320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kern="0" spc="100" dirty="0">
                <a:solidFill>
                  <a:srgbClr val="A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Where Detail Meets the Infinite</a:t>
            </a:r>
            <a:endParaRPr lang="en-US" sz="1100" dirty="0"/>
          </a:p>
        </p:txBody>
      </p:sp>
      <p:sp>
        <p:nvSpPr>
          <p:cNvPr id="10" name="Shape 5"/>
          <p:cNvSpPr/>
          <p:nvPr/>
        </p:nvSpPr>
        <p:spPr>
          <a:xfrm>
            <a:off x="502920" y="3200400"/>
            <a:ext cx="2286000" cy="27432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02920" y="3383280"/>
            <a:ext cx="329184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DD5C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摄影课作品集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502920" y="3749040"/>
            <a:ext cx="329184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生命 · 自然 · 光影</a:t>
            </a:r>
            <a:endParaRPr lang="en-US" sz="1100" dirty="0"/>
          </a:p>
        </p:txBody>
      </p:sp>
      <p:sp>
        <p:nvSpPr>
          <p:cNvPr id="13" name="Shape 8"/>
          <p:cNvSpPr/>
          <p:nvPr/>
        </p:nvSpPr>
        <p:spPr>
          <a:xfrm>
            <a:off x="502920" y="4663440"/>
            <a:ext cx="164592" cy="164592"/>
          </a:xfrm>
          <a:prstGeom prst="ellipse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868680" y="4663440"/>
            <a:ext cx="164592" cy="164592"/>
          </a:xfrm>
          <a:prstGeom prst="ellipse">
            <a:avLst/>
          </a:prstGeom>
          <a:solidFill>
            <a:srgbClr val="2C5F7A"/>
          </a:solidFill>
          <a:ln w="12700">
            <a:solidFill>
              <a:srgbClr val="2C5F7A">
                <a:alpha val="0"/>
              </a:srgbClr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1234440" y="4663440"/>
            <a:ext cx="164592" cy="164592"/>
          </a:xfrm>
          <a:prstGeom prst="ellipse">
            <a:avLst/>
          </a:prstGeom>
          <a:solidFill>
            <a:srgbClr val="4A6070"/>
          </a:solidFill>
          <a:ln w="12700">
            <a:solidFill>
              <a:srgbClr val="4A6070">
                <a:alpha val="0"/>
              </a:srgbClr>
            </a:solidFill>
            <a:prstDash val="solid"/>
          </a:ln>
        </p:spPr>
      </p:sp>
      <p:sp>
        <p:nvSpPr>
          <p:cNvPr id="20" name="Divider"/>
          <p:cNvSpPr/>
          <p:nvPr/>
        </p:nvSpPr>
        <p:spPr>
          <a:xfrm>
            <a:off x="4114800" y="0"/>
            <a:ext cx="27432" cy="5143500"/>
          </a:xfrm>
          <a:prstGeom prst="rect">
            <a:avLst/>
          </a:prstGeom>
          <a:solidFill>
            <a:srgbClr val="C47B5A">
              <a:alpha val="40000"/>
            </a:srgbClr>
          </a:solidFill>
          <a:ln>
            <a:noFill/>
          </a:ln>
        </p:spPr>
      </p:sp>
      <p:sp>
        <p:nvSpPr>
          <p:cNvPr id="21" name="Deco1"/>
          <p:cNvSpPr/>
          <p:nvPr/>
        </p:nvSpPr>
        <p:spPr>
          <a:xfrm>
            <a:off x="5943600" y="-274320"/>
            <a:ext cx="2743200" cy="2743200"/>
          </a:xfrm>
          <a:prstGeom prst="ellipse">
            <a:avLst/>
          </a:prstGeom>
          <a:noFill/>
          <a:ln w="38100">
            <a:solidFill>
              <a:srgbClr val="2C5F7A">
                <a:alpha val="35000"/>
              </a:srgbClr>
            </a:solidFill>
          </a:ln>
        </p:spPr>
      </p:sp>
      <p:sp>
        <p:nvSpPr>
          <p:cNvPr id="22" name="Deco2"/>
          <p:cNvSpPr/>
          <p:nvPr/>
        </p:nvSpPr>
        <p:spPr>
          <a:xfrm>
            <a:off x="7315200" y="1828800"/>
            <a:ext cx="1828800" cy="1828800"/>
          </a:xfrm>
          <a:prstGeom prst="ellipse">
            <a:avLst/>
          </a:prstGeom>
          <a:noFill/>
          <a:ln w="25400">
            <a:solidFill>
              <a:srgbClr val="C47B5A">
                <a:alpha val="40000"/>
              </a:srgbClr>
            </a:solidFill>
          </a:ln>
        </p:spPr>
      </p:sp>
      <p:sp>
        <p:nvSpPr>
          <p:cNvPr id="23" name="Deco3"/>
          <p:cNvSpPr/>
          <p:nvPr/>
        </p:nvSpPr>
        <p:spPr>
          <a:xfrm>
            <a:off x="4914600" y="2514600"/>
            <a:ext cx="274320" cy="274320"/>
          </a:xfrm>
          <a:prstGeom prst="ellipse">
            <a:avLst/>
          </a:prstGeom>
          <a:solidFill>
            <a:srgbClr val="D4A96A">
              <a:alpha val="70000"/>
            </a:srgbClr>
          </a:solidFill>
          <a:ln>
            <a:noFill/>
          </a:ln>
        </p:spPr>
      </p:sp>
      <p:sp>
        <p:nvSpPr>
          <p:cNvPr id="26" name="Deco5"/>
          <p:cNvSpPr/>
          <p:nvPr/>
        </p:nvSpPr>
        <p:spPr>
          <a:xfrm>
            <a:off x="4252440" y="1920240"/>
            <a:ext cx="457200" cy="457200"/>
          </a:xfrm>
          <a:prstGeom prst="ellipse">
            <a:avLst/>
          </a:prstGeom>
          <a:noFill/>
          <a:ln w="12700">
            <a:solidFill>
              <a:srgbClr val="D4A96A">
                <a:alpha val="45000"/>
              </a:srgbClr>
            </a:solidFill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d6a100943130818e94d8d4e10ec989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58047"/>
            <a:ext cx="5029200" cy="282740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029200" cy="5143500"/>
          </a:xfrm>
          <a:prstGeom prst="rect">
            <a:avLst/>
          </a:prstGeom>
          <a:solidFill>
            <a:srgbClr val="141E2B">
              <a:alpha val="45000"/>
            </a:srgbClr>
          </a:solidFill>
          <a:ln w="12700">
            <a:solidFill>
              <a:srgbClr val="141E2B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394960" y="73152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C47B5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壹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394960" y="1920240"/>
            <a:ext cx="329184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生命的细节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394960" y="2743200"/>
            <a:ext cx="329184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300" dirty="0">
                <a:solidFill>
                  <a:srgbClr val="A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Life in Details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394960" y="3246120"/>
            <a:ext cx="1828800" cy="36576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394960" y="3429000"/>
            <a:ext cx="338328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花朵，是大自然写给世界的情书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每一片花瓣都藏着时间的温度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3d6a100943130818e94d8d4e10ec989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6511" y="880110"/>
            <a:ext cx="6019379" cy="338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F5F0EA"/>
          </a:solidFill>
          <a:ln w="12700">
            <a:solidFill>
              <a:srgbClr val="F5F0E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DD5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2743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E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蜜蜂停驻的瞬间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011680"/>
            <a:ext cx="1463040" cy="45720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194560"/>
            <a:ext cx="2743200" cy="25603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生命悄悄发生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一只蜜蜂在玫瑰间流连，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花蕊里藏着整个夏天。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那是生命最小的仪式，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也是最动人的瞬间。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eff9c44058ec0d191a1c0263982771f3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" y="979170"/>
            <a:ext cx="5504815" cy="3185795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530215" y="0"/>
            <a:ext cx="3613785" cy="5143500"/>
          </a:xfrm>
          <a:prstGeom prst="rect">
            <a:avLst/>
          </a:prstGeom>
          <a:solidFill>
            <a:srgbClr val="F5F0EA"/>
          </a:solidFill>
          <a:ln w="12700">
            <a:solidFill>
              <a:srgbClr val="F5F0E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0" y="4572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DD5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0" y="1325880"/>
            <a:ext cx="310896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E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繁盛本身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41E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就是一种力量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669280" y="2377440"/>
            <a:ext cx="1463040" cy="45720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2560320"/>
            <a:ext cx="310896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千朵雏菊，向同一个方向仰望阳光。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没有孤芳自赏，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只有热烈而坦然的盛放。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这就是生命最朴素的宣言。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0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72fc3df4fb9c44dac44e4f0dc20d1fa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3555" y="880110"/>
            <a:ext cx="6018992" cy="3384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28925" cy="5143500"/>
          </a:xfrm>
          <a:prstGeom prst="rect">
            <a:avLst/>
          </a:prstGeom>
          <a:solidFill>
            <a:srgbClr val="F5F0EA"/>
          </a:solidFill>
          <a:ln w="12700">
            <a:solidFill>
              <a:srgbClr val="F5F0EA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DDD5C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27432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41E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盛极之后</a:t>
            </a:r>
            <a:endParaRPr lang="en-US" sz="2200" dirty="0"/>
          </a:p>
          <a:p>
            <a:pPr marL="0" indent="0">
              <a:buNone/>
            </a:pPr>
            <a:r>
              <a:rPr lang="en-US" sz="2200" b="1" dirty="0">
                <a:solidFill>
                  <a:srgbClr val="141E2B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依然优雅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548640" y="2377440"/>
            <a:ext cx="1463040" cy="45720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560320"/>
            <a:ext cx="2743200" cy="22860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白玫瑰不言败，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即使花瓣已有褶皱，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依然挺立于枝头。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有些美，</a:t>
            </a:r>
            <a:endParaRPr lang="en-US" sz="13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需要时间才读得懂。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d2f45a83c5230524308b5ef4977771e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1158047"/>
            <a:ext cx="5029200" cy="2827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731520"/>
            <a:ext cx="3291840" cy="10972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C5F7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贰</a:t>
            </a:r>
            <a:endParaRPr lang="en-US" sz="8000" dirty="0"/>
          </a:p>
        </p:txBody>
      </p:sp>
      <p:sp>
        <p:nvSpPr>
          <p:cNvPr id="5" name="Text 2"/>
          <p:cNvSpPr/>
          <p:nvPr/>
        </p:nvSpPr>
        <p:spPr>
          <a:xfrm>
            <a:off x="548640" y="1920240"/>
            <a:ext cx="3474720" cy="777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天地的辽阔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548640" y="2743200"/>
            <a:ext cx="365760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A0B8C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The Vastness of Sky and Sea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3246120"/>
            <a:ext cx="1828800" cy="36576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>
                <a:alpha val="0"/>
              </a:srgbClr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429000"/>
            <a:ext cx="347472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海，是天空落下的镜子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也是时间流淌的地方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78baed712620dab334d47b34dc224a1f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978122"/>
            <a:ext cx="5669280" cy="3187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0" y="4572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A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669280" y="1325880"/>
            <a:ext cx="310896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岸边的礁石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见过多少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潮起潮落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669280" y="2743200"/>
            <a:ext cx="1463040" cy="36576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0" y="2926080"/>
            <a:ext cx="310896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礁石不言，却站在海与陆的边界，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日日夜夜，被浪拍打，岿然不动。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远处的城市在雾中若隐若现，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时间在礁石的沉默里变得辽远。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D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f4d9da4f9bcfbfb714962fdaa29e0c5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978122"/>
            <a:ext cx="5669280" cy="3187257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48640" y="457200"/>
            <a:ext cx="18288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2A40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5200" dirty="0"/>
          </a:p>
        </p:txBody>
      </p:sp>
      <p:sp>
        <p:nvSpPr>
          <p:cNvPr id="5" name="Text 2"/>
          <p:cNvSpPr/>
          <p:nvPr/>
        </p:nvSpPr>
        <p:spPr>
          <a:xfrm>
            <a:off x="548640" y="1325880"/>
            <a:ext cx="2743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人与海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彼此沉默</a:t>
            </a:r>
            <a:endParaRPr lang="en-US" sz="2000" dirty="0"/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彼此依存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48640" y="2743200"/>
            <a:ext cx="1463040" cy="36576"/>
          </a:xfrm>
          <a:prstGeom prst="rect">
            <a:avLst/>
          </a:prstGeom>
          <a:solidFill>
            <a:srgbClr val="2C5F7A"/>
          </a:solidFill>
          <a:ln w="12700">
            <a:solidFill>
              <a:srgbClr val="2C5F7A">
                <a:alpha val="0"/>
              </a:srgbClr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48640" y="2926080"/>
            <a:ext cx="2743200" cy="19202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两艘蓝色渔船，停在灰蒙蒙的海面上，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对岸城市的轮廓像一幅褪色的画。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人是如此渺小，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A0B8C8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又是如此勇敢地活在这辽阔之间。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user-data/uploads/d2f45a83c5230524308b5ef4977771ec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382"/>
            <a:ext cx="9144000" cy="5140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48640" y="274320"/>
            <a:ext cx="1371600" cy="7315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47B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4800" dirty="0"/>
          </a:p>
        </p:txBody>
      </p:sp>
      <p:sp>
        <p:nvSpPr>
          <p:cNvPr id="6" name="Text 3"/>
          <p:cNvSpPr/>
          <p:nvPr/>
        </p:nvSpPr>
        <p:spPr>
          <a:xfrm>
            <a:off x="1371600" y="2514600"/>
            <a:ext cx="6400800" cy="822960"/>
          </a:xfrm>
          <a:prstGeom prst="rect">
            <a:avLst/>
          </a:prstGeom>
          <a:noFill/>
          <a:effectLst>
            <a:outerShdw blurRad="101600" dist="25400" dir="8100000" algn="bl" rotWithShape="0">
              <a:srgbClr val="000000">
                <a:alpha val="60000"/>
              </a:srgbClr>
            </a:outerShdw>
          </a:effectLst>
        </p:spPr>
        <p:txBody>
          <a:bodyPr wrap="square" rtlCol="0" anchor="ctr" anchorCtr="0"/>
          <a:lstStyle/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DD5C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一只海鸟，一缕金光，一片沉默的海</a:t>
            </a:r>
            <a:endParaRPr lang="en-US" sz="1300" dirty="0"/>
          </a:p>
          <a:p>
            <a:pPr marL="0" indent="0" algn="ctr">
              <a:lnSpc>
                <a:spcPct val="140000"/>
              </a:lnSpc>
              <a:buNone/>
            </a:pPr>
            <a:r>
              <a:rPr lang="en-US" sz="1300" dirty="0">
                <a:solidFill>
                  <a:srgbClr val="DDD5CA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这是世界最宏大也最私密的时刻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E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BgCircle"/>
          <p:cNvSpPr/>
          <p:nvPr/>
        </p:nvSpPr>
        <p:spPr>
          <a:xfrm>
            <a:off x="2971800" y="1371600"/>
            <a:ext cx="3200400" cy="3200400"/>
          </a:xfrm>
          <a:prstGeom prst="ellipse">
            <a:avLst/>
          </a:prstGeom>
          <a:solidFill>
            <a:srgbClr val="1E2D3D">
              <a:alpha val="100000"/>
            </a:srgbClr>
          </a:solidFill>
          <a:ln>
            <a:noFill/>
          </a:ln>
        </p:spPr>
      </p:sp>
      <p:sp>
        <p:nvSpPr>
          <p:cNvPr id="31" name="BgCircleRing"/>
          <p:cNvSpPr/>
          <p:nvPr/>
        </p:nvSpPr>
        <p:spPr>
          <a:xfrm>
            <a:off x="2880360" y="1280160"/>
            <a:ext cx="3383280" cy="3383280"/>
          </a:xfrm>
          <a:prstGeom prst="ellipse">
            <a:avLst/>
          </a:prstGeom>
          <a:noFill/>
          <a:ln w="19050">
            <a:solidFill>
              <a:srgbClr val="C47B5A">
                <a:alpha val="35000"/>
              </a:srgbClr>
            </a:solidFill>
          </a:ln>
        </p:spPr>
      </p:sp>
      <p:sp>
        <p:nvSpPr>
          <p:cNvPr id="32" name="CornerTL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2C5F7A">
              <a:alpha val="20000"/>
            </a:srgbClr>
          </a:solidFill>
          <a:ln>
            <a:noFill/>
          </a:ln>
        </p:spPr>
      </p:sp>
      <p:sp>
        <p:nvSpPr>
          <p:cNvPr id="33" name="CornerBR"/>
          <p:cNvSpPr/>
          <p:nvPr/>
        </p:nvSpPr>
        <p:spPr>
          <a:xfrm>
            <a:off x="7772400" y="4114800"/>
            <a:ext cx="1828800" cy="1828800"/>
          </a:xfrm>
          <a:prstGeom prst="ellipse">
            <a:avLst/>
          </a:prstGeom>
          <a:solidFill>
            <a:srgbClr val="C47B5A">
              <a:alpha val="20000"/>
            </a:srgbClr>
          </a:solidFill>
          <a:ln>
            <a:noFill/>
          </a:ln>
        </p:spPr>
      </p:sp>
      <p:sp>
        <p:nvSpPr>
          <p:cNvPr id="34" name="CornerTR"/>
          <p:cNvSpPr/>
          <p:nvPr/>
        </p:nvSpPr>
        <p:spPr>
          <a:xfrm>
            <a:off x="8229600" y="274320"/>
            <a:ext cx="914400" cy="914400"/>
          </a:xfrm>
          <a:prstGeom prst="ellipse">
            <a:avLst/>
          </a:prstGeom>
          <a:solidFill>
            <a:srgbClr val="D4A96A">
              <a:alpha val="25000"/>
            </a:srgbClr>
          </a:solidFill>
          <a:ln>
            <a:noFill/>
          </a:ln>
        </p:spPr>
      </p:sp>
      <p:sp>
        <p:nvSpPr>
          <p:cNvPr id="35" name="CornerBL"/>
          <p:cNvSpPr/>
          <p:nvPr/>
        </p:nvSpPr>
        <p:spPr>
          <a:xfrm>
            <a:off x="0" y="4480560"/>
            <a:ext cx="685800" cy="685800"/>
          </a:xfrm>
          <a:prstGeom prst="ellipse">
            <a:avLst/>
          </a:prstGeom>
          <a:noFill/>
          <a:ln w="25400">
            <a:solidFill>
              <a:srgbClr val="A0B8C8">
                <a:alpha val="30000"/>
              </a:srgbClr>
            </a:solidFill>
          </a:ln>
        </p:spPr>
      </p:sp>
      <p:sp>
        <p:nvSpPr>
          <p:cNvPr id="36" name="LeftLine"/>
          <p:cNvSpPr/>
          <p:nvPr/>
        </p:nvSpPr>
        <p:spPr>
          <a:xfrm>
            <a:off x="548640" y="914400"/>
            <a:ext cx="27432" cy="3657600"/>
          </a:xfrm>
          <a:prstGeom prst="rect">
            <a:avLst/>
          </a:prstGeom>
          <a:solidFill>
            <a:srgbClr val="2C5F7A">
              <a:alpha val="25000"/>
            </a:srgbClr>
          </a:solidFill>
          <a:ln>
            <a:noFill/>
          </a:ln>
        </p:spPr>
      </p:sp>
      <p:sp>
        <p:nvSpPr>
          <p:cNvPr id="37" name="RightLine"/>
          <p:cNvSpPr/>
          <p:nvPr/>
        </p:nvSpPr>
        <p:spPr>
          <a:xfrm>
            <a:off x="8686080" y="914400"/>
            <a:ext cx="27432" cy="3657600"/>
          </a:xfrm>
          <a:prstGeom prst="rect">
            <a:avLst/>
          </a:prstGeom>
          <a:solidFill>
            <a:srgbClr val="C47B5A">
              <a:alpha val="25000"/>
            </a:srgbClr>
          </a:solidFill>
          <a:ln>
            <a:noFill/>
          </a:ln>
        </p:spPr>
      </p:sp>
      <p:sp>
        <p:nvSpPr>
          <p:cNvPr id="5" name="Text 0"/>
          <p:cNvSpPr/>
          <p:nvPr/>
        </p:nvSpPr>
        <p:spPr>
          <a:xfrm>
            <a:off x="365760" y="2286000"/>
            <a:ext cx="8229600" cy="8686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zh-CN" altLang="en-US" sz="3400" b="1" dirty="0">
                <a:solidFill>
                  <a:srgbClr val="FFFFF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谢谢大家</a:t>
            </a:r>
            <a:endParaRPr lang="zh-CN" altLang="en-US" sz="3400" b="1" dirty="0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34" charset="-120"/>
            </a:endParaRPr>
          </a:p>
        </p:txBody>
      </p:sp>
      <p:sp>
        <p:nvSpPr>
          <p:cNvPr id="6" name="Shape 1"/>
          <p:cNvSpPr/>
          <p:nvPr/>
        </p:nvSpPr>
        <p:spPr>
          <a:xfrm>
            <a:off x="3291840" y="3200400"/>
            <a:ext cx="2560320" cy="36576"/>
          </a:xfrm>
          <a:prstGeom prst="rect">
            <a:avLst/>
          </a:prstGeom>
          <a:solidFill>
            <a:srgbClr val="C47B5A"/>
          </a:solidFill>
          <a:ln w="12700">
            <a:solidFill>
              <a:srgbClr val="C47B5A">
                <a:alpha val="0"/>
              </a:srgbClr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914400" y="3383280"/>
            <a:ext cx="7315200" cy="9144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花开于细微处，海阔于天地间</a:t>
            </a:r>
            <a:endParaRPr lang="en-US" sz="1400" dirty="0"/>
          </a:p>
          <a:p>
            <a:pPr marL="0" indent="0" algn="ctr">
              <a:lnSpc>
                <a:spcPct val="160000"/>
              </a:lnSpc>
              <a:buNone/>
            </a:pPr>
            <a:r>
              <a:rPr lang="en-US" sz="1400" dirty="0">
                <a:solidFill>
                  <a:srgbClr val="8A7B6F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生命的意义，藏在凝视的那一刻</a:t>
            </a:r>
            <a:endParaRPr lang="en-US" sz="1400" dirty="0"/>
          </a:p>
        </p:txBody>
      </p:sp>
      <p:sp>
        <p:nvSpPr>
          <p:cNvPr id="8" name="Text 3"/>
          <p:cNvSpPr/>
          <p:nvPr/>
        </p:nvSpPr>
        <p:spPr>
          <a:xfrm>
            <a:off x="914400" y="4663440"/>
            <a:ext cx="7315200" cy="3200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kern="0" spc="400" dirty="0">
                <a:solidFill>
                  <a:srgbClr val="3A4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摄影课作</a:t>
            </a:r>
            <a:r>
              <a:rPr lang="zh-CN" altLang="en-US" sz="1000" kern="0" spc="400" dirty="0">
                <a:solidFill>
                  <a:srgbClr val="3A4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业</a:t>
            </a:r>
            <a:r>
              <a:rPr lang="en-US" sz="1000" kern="0" spc="400" dirty="0">
                <a:solidFill>
                  <a:srgbClr val="3A4A5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 ·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WPS 演示</Application>
  <PresentationFormat>On-screen Show (16:9)</PresentationFormat>
  <Paragraphs>102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Calibri</vt:lpstr>
      <vt:lpstr>Calibri</vt:lpstr>
      <vt:lpstr>Calibri</vt:lpstr>
      <vt:lpstr>宋体</vt:lpstr>
      <vt:lpstr>微软雅黑</vt:lpstr>
      <vt:lpstr>Arial Unicode MS</vt:lpstr>
      <vt:lpstr>等线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湦</cp:lastModifiedBy>
  <cp:revision>3</cp:revision>
  <dcterms:created xsi:type="dcterms:W3CDTF">2026-05-19T02:54:00Z</dcterms:created>
  <dcterms:modified xsi:type="dcterms:W3CDTF">2026-05-19T07:52:48Z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83BF8884DA3D4D84A685212292B3F0BA_13</vt:lpwstr>
  </property>
</Properties>
</file>